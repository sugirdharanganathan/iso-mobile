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General Identity &amp; Weights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645920"/>
          <a:ext cx="6400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Tank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IGEU 8899860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Manufacturer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Unviersal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Date of 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19-Nov-2025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UN ISO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T11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20'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Tare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12,000 kg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Gross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4,850 kg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Net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4,200 kg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MGW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10,000 kg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12,346 kg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Technical Specifications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645920"/>
          <a:ext cx="64008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25,000 L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MAWP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 Bar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Working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 Bar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Design 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-196°C to 50°C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Vessel 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Carbon Steel SA-516 Gr. 70</a:t>
                      </a:r>
                    </a:p>
                  </a:txBody>
                  <a:tcPr/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PV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GB150 / IMDF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Construction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645920"/>
          <a:ext cx="6400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Frame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normal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Cabinet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Safety Yellow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Pump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Remarks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Outlet valve requires inspection during next service. Fitted with pressure relief device P RD-456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Latest Inspection Summary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645920"/>
          <a:ext cx="6400800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Report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RPT-1764154999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Inspection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26-Nov-2025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Inspector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Admin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Safety Valve Brand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None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Safety Valve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None</a:t>
                      </a:r>
                    </a:p>
                  </a:txBody>
                  <a:tcPr/>
                </a:tc>
              </a:tr>
              <a:tr h="274327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Outlet valve requires inspection during next service. Fitted with pressure relief device P RD-4560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Certificates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822960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Cert 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Agency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Insp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Next Due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16-Nov-2025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09-Nov-2025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Certificate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Cert: 123</a:t>
            </a:r>
          </a:p>
        </p:txBody>
      </p:sp>
      <p:pic>
        <p:nvPicPr>
          <p:cNvPr id="7" name="Picture 6" descr="IGEU 8899860_certific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3215811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Technical Drawings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Drawing: PFD (Process Flow Diagram)</a:t>
            </a:r>
          </a:p>
        </p:txBody>
      </p:sp>
      <p:pic>
        <p:nvPicPr>
          <p:cNvPr id="7" name="Picture 6" descr="IGEU 8899860_certific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3215811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Valve Test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Report: 17-Nov-2025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[PDF/Doc: IGEU 8899860_valve_reports.webp]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
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General Identity &amp;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Tank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IGEU 8899861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Global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Date of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18-Nov-2025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UN ISO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21'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4,851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4,200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11,111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12,346 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Technical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25,000 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Working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-196°C to 50°C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Vessel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Carbon Steel SA-516 Gr. 71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PV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GB150 / IMDF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Construction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Frame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Cabinet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Safety Yellow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Pump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
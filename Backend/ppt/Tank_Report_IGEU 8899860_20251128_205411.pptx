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General Identity &amp; Weights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Tank Number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IGEU 8899860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Manufacturer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Unviersal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Date of 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19-Nov-2025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Lease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UN ISO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T11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20'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Tare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12,000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Gross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4,850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Net Weight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4,200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MGW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10,000 kg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12,346 kg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Technical Specifications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16459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Capacity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25,000 L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MAWP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11 Bar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Working Pressure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 Bar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Design 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-196°C to 50°C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Vessel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Carbon Steel SA-516 Gr. 70</a:t>
                      </a:r>
                    </a:p>
                  </a:txBody>
                  <a:tcPr/>
                </a:tc>
              </a:tr>
              <a:tr h="274324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PV 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GB150 / IMDF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Construction Details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Frame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normal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Cabinet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Color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Safety Yellow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Pump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Yes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Remarks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Outlet valve requires inspection during next service. Fitted with pressure relief device P RD-456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Latest Inspection Summary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371600" y="1645920"/>
          <a:ext cx="6400800" cy="24688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114800"/>
              </a:tblGrid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Report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RPT-1764154999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Inspection 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26-Nov-2025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Inspector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Admin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Safety Valve Brand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274319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Safety Valve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None</a:t>
                      </a:r>
                    </a:p>
                  </a:txBody>
                  <a:tcPr/>
                </a:tc>
              </a:tr>
              <a:tr h="274327">
                <a:tc>
                  <a:txBody>
                    <a:bodyPr/>
                    <a:lstStyle/>
                    <a:p>
                      <a:pPr>
                        <a:defRPr b="1" sz="1200"/>
                      </a:pPr>
                      <a:r>
                        <a:t>Notes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Outlet valve requires inspection during next service. Fitted with pressure relief device P RD-4560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Regulations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822960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Regulation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Approval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IMO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Safety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Country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API Standard 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AP-2025-005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IMO-T11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EN 1445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IND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Approved Cargos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822960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Cargo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Density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Parts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CT-Alpha-01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1.1kg/m^3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valve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teflon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Certificates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8229600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Cert No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Agency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Insp 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Next Due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16-Nov-2025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09-Nov-2025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Inspection Checklist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645920"/>
          <a:ext cx="82296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Check Item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FFFF"/>
                          </a:solidFill>
                        </a:defRPr>
                      </a:pPr>
                      <a:r>
                        <a:t>Comment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Tank Body &amp; Frame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Body x 6 Sides Check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No dents found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Tank Body &amp; Frame Condition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Cabin Door &amp; Frame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Locks working fine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Pipework &amp; Installation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Pipework Supports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Pass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Secure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Valves Tightness &amp; 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Valve Tightness Incl Glands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Major leak detected at gasket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Inspection Photos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Front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8899860_front_view_6e63872818ab4d3d866cc7876ca4d0bd.jpeg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Rear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8899860_rear_view_ae514a7babea4755bc88a3ff1e6c22ca.jpeg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Inspection Photos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Top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8899860_top_view_c37d174eb6db48e5900f44bc568ae95b.jpeg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Undersideview01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8899860_undersideview01_a5fd19806175493eb0efc5ca7c9df4d0.jpeg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Inspection Photos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Undersideview02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8899860_undersideview02_869869e1a14945278cb94ab6a9c4385c.jpeg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Front Lh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8899860_front_lh_view_38fdeb19b2274f8c805f8b2694ff0cc3.jpeg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Inspection Photos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Rear Lh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8899860_rear_lh_view_23285877c414469d96565565bb50b35b.jpeg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Front Rh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8899860_front_rh_view_e70c768ec91547529aa67fbb263694cb.jpeg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Inspection Photos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Rear Rh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8899860_rear_rh_view_8cf3ef8330ad4f1197fd938ff1652987.jpeg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Lh Side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8899860_lh_side_view_24afdbfb3362438cb9d49d690b6dd9a4.jpeg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Inspection Photos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Rh Side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8899860_rh_side_view_14f870e853ee447bac6a0d0e618ac927.jpeg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Valves Section 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8899860_valves_section_view_860f2cbefb3f4225a6aadbed000f3ce3.jpeg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Inspection Photos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Safety Valve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8899860_safety_valve_914567b3ace649618a3dfe43f3359e30.jpeg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93192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Level   Pressure Gauge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1480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8899860_level___pressure_gauge_833d3264152f4562a3e700d28c99a2df.jpeg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Inspection Photos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Vacuum Reading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4572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FF0000"/>
                </a:solidFill>
              </a:defRPr>
            </a:pPr>
            <a:r>
              <a:t>[Image Not Found]</a:t>
            </a:r>
          </a:p>
          <a:p>
            <a:r>
              <a:t>Path: IGEU 8899860/originals/IGEU 8899860_vacuum_reading_cd6b54b2bbb441d1a96a73bcec5cd89f.jpeg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Certificate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Cert: 123</a:t>
            </a:r>
          </a:p>
        </p:txBody>
      </p:sp>
      <p:pic>
        <p:nvPicPr>
          <p:cNvPr id="7" name="Picture 6" descr="IGEU 8899860_certific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3215811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Technical Drawings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Drawing: PFD (Process Flow Diagram)</a:t>
            </a:r>
          </a:p>
        </p:txBody>
      </p:sp>
      <p:pic>
        <p:nvPicPr>
          <p:cNvPr id="7" name="Picture 6" descr="IGEU 8899860_certificate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3215811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828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400">
                <a:solidFill>
                  <a:srgbClr val="003366"/>
                </a:solidFill>
              </a:defRPr>
            </a:pPr>
            <a:r>
              <a:t>Smart-Gas Pte Ltd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4864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000000"/>
                </a:solidFill>
              </a:defRPr>
            </a:pPr>
            <a:r>
              <a:t>140 Paya Lebar Road #05-21, AZ Building, Singapore 409015</a:t>
            </a:r>
            <a:br/>
            <a:r>
              <a:t>Tel : (65) 6848 1040 / Fax : (65) 6848 2173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600">
                <a:solidFill>
                  <a:srgbClr val="003366"/>
                </a:solidFill>
              </a:defRPr>
            </a:pPr>
            <a:r>
              <a:t>IGEU 8899860 - Valve Test Documents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200"/>
            </a:pPr>
            <a:r>
              <a:t>Report: 17-Nov-2025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459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>
                <a:solidFill>
                  <a:srgbClr val="000000"/>
                </a:solidFill>
              </a:defRPr>
            </a:pPr>
            <a:r>
              <a:t>[PDF/Doc: IGEU 8899860_valve_reports.webp]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
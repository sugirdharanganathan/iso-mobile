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Global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4,851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11,111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71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8899861 -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 Yellow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
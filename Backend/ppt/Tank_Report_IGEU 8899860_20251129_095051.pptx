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Unviersal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70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Latest Inspection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Report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SG-T1-28112025-01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28-Nov-2025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naveen@gmail.com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checks 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Regulations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Regulation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Approval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API Standard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AP-2025-005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IMO-T11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 1445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API Standard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AP-2025-005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IMO-T11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 1444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Approved Cargos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Cargo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CT-Alpha-01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1.1kg/m^3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teflon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CT-Bravo-02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1.5kg/m^3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pump valve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Requires teflon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Cert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Due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09-Nov-2025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30-Nov-2025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8899860_front_view_6e63872818ab4d3d866cc7876ca4d0bd.jpeg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Rear_View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8899860_rear_view_ae514a7babea4755bc88a3ff1e6c22ca.jpeg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Top_View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8899860_top_view_c37d174eb6db48e5900f44bc568ae95b.jpeg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Undersideview01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8899860_undersideview01_a5fd19806175493eb0efc5ca7c9df4d0.jpeg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Undersideview02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8899860_undersideview02_869869e1a14945278cb94ab6a9c4385c.jpeg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Front_Lh_View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8899860_front_lh_view_38fdeb19b2274f8c805f8b2694ff0cc3.jpeg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Rear_Lh_View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8899860_rear_lh_view_23285877c414469d96565565bb50b35b.jpeg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Front_Rh_View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8899860_front_rh_view_e70c768ec91547529aa67fbb263694cb.jpeg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Rear_Rh_View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8899860_rear_rh_view_8cf3ef8330ad4f1197fd938ff1652987.jpeg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Lh_Side_View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8899860_lh_side_view_24afdbfb3362438cb9d49d690b6dd9a4.jpeg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Rh_Side_View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8899860_rh_side_view_14f870e853ee447bac6a0d0e618ac927.jpeg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Valves_Section_View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8899860_valves_section_view_860f2cbefb3f4225a6aadbed000f3ce3.jpeg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Safety_Valve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8899860_safety_valve_914567b3ace649618a3dfe43f3359e30.jpeg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Level___Pressure_Gauge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8899860_level___pressure_gauge_833d3264152f4562a3e700d28c99a2df.jpeg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Vacuum_Reading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8899860_vacuum_reading_cd6b54b2bbb441d1a96a73bcec5cd89f.jpeg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123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7</a:t>
            </a:r>
          </a:p>
        </p:txBody>
      </p:sp>
      <p:pic>
        <p:nvPicPr>
          <p:cNvPr id="9" name="Picture 8" descr="IGEU 8899860_certificat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128587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Drawings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PFD (Process Flow Diagram)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P&amp;ID (Piping &amp; Instrumentation Diagram)</a:t>
            </a:r>
          </a:p>
        </p:txBody>
      </p:sp>
      <p:pic>
        <p:nvPicPr>
          <p:cNvPr id="9" name="Picture 8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Valve Test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17-Nov-2025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[PDF/Doc: IGEU 8899860_valve_reports.webp]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30-Nov-2025</a:t>
            </a:r>
          </a:p>
        </p:txBody>
      </p:sp>
      <p:pic>
        <p:nvPicPr>
          <p:cNvPr id="9" name="Picture 8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
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Global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4,500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Max 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11,111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Max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112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71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Orange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Nil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Regulations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Regulation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Approval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IMO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Safety Std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AP-2025-002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IMO-T12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 1445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</a:t>
                      </a:r>
                    </a:p>
                  </a:txBody>
                  <a:tcPr/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AP-2025-005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IMO-T11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 1444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Approved Cargos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Cargo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Density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Compat Notes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Liquid Hydrogen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1.1kg/m^3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teflon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Certificates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Cert Number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Insp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Next Due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26-Nov-2025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30-Nov-2025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Technical Drawings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Filename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P&amp;ID (Piping &amp; Instrumentation Diagram)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Picsart_25-11-13_21-58-33-255.jpg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 and 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Valve Test Reports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Inspected By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Remarks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29-Nov-2025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luffy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all good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Certificate Copies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Cert: 999</a:t>
            </a:r>
          </a:p>
        </p:txBody>
      </p:sp>
      <p:pic>
        <p:nvPicPr>
          <p:cNvPr id="7" name="Picture 6" descr="IGEU 8899861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2858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Drawing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Drawing: P&amp;ID (Piping &amp; Instrumentation Diagram)</a:t>
            </a:r>
          </a:p>
        </p:txBody>
      </p:sp>
      <p:pic>
        <p:nvPicPr>
          <p:cNvPr id="7" name="Picture 6" descr="IGEU 8899861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2858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Valve Test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Report: 29-Nov-2025</a:t>
            </a:r>
          </a:p>
        </p:txBody>
      </p:sp>
      <p:pic>
        <p:nvPicPr>
          <p:cNvPr id="7" name="Picture 6" descr="IGEU 8899861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285809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